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Thinking &amp; Lifecycle Models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Vee and ISO/IEC/IEEE 15288 lifecycle processes; iterative variants; how AI-in-the-loop workflows compress and stress the Vee.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Vee Model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15288 Processes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Incremental &amp; Agile Variants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Compresses the Vee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project through the Vee and map activities to 15288 technical processes.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decomposition/integration symmetry and the distinct roles of verification and validation on the two legs.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rapid AI generate-and-test loops compress lifecycle stages and what checkpoints must survive.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emergence and why it defeats purely reductionist design.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Vee Model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leg: needs → requirements → architecture → detailed design — each level decomposes the one above and sets its acceptance criteria.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leg: unit, subsystem, and system integration climb back up, verifying each level against the criteria set opposite it.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horizontal rungs are the point: what you define on the way down is exactly what you test on the way up.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ISO/IEC/IEEE 15288 Processes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process groups — agreement, organizational project-enabling, technical management, and technical — cover a system from concept to retirement.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processes (needs, requirements, architecture, design, integration, verification, validation, operation...) are this course's spine.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give a shared vocabulary across disciplines: an aerospace CDR and a medical design review are the same 15288 activity in different dress.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Iterative, Incremental &amp; Agile Variants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Spiral, incremental, and agile lifecycles re-sequence the Vee's activities; none of them remove any activity.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changes when evidence is produced, not whether it must exist before commitment.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question for any variant: at which moments is the design frozen enough to verify against?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Compresses the Vee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tools can loop concept → analysis → revision in minutes, collapsing weeks of the left leg into a session.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is a gift and a hazard: cheap iteration invites skipping the checkpoint discipline that catches wrong assumptions early.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keep human review gates at boundary crossings — requirement changes, architecture commits, test-criteria edits.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Generate-and-test loops for concepts and analyses; auto-summarizing review packages; tracing decisions across documents.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product itself adapts in the field (models retrained post-deployment), the lifecycle extends into operations by design.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gates: deciding when a compressed loop has actually satisfied a checkpoint rather than merely passed through it.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battery pack program: cell → module → pack integration mirrors the Vee's right leg exactly.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CubeSat mission: one academic year forces a brutally honest, compressed Vee.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Water-treatment plant upgrade: commissioning is the right leg most civil programs under-plan.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platform: sprints iterate inside the Vee — release gates are still the rungs.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project system onto the Vee: name the artifact at each level, then mark the two places where an AI loop would compress it — and the checkpoint you refuse to give up.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checkpoint on a compressed program would you defend to your management, and with what argument?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agile change what evidence exists at commitment time, or only when it is produced?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Kossiakoff ch.3–4; ISO/IEC/IEEE 15288 (technical processes); INCOSE Hdbk ch.3.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reflection #1.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Stakeholder Needs, ConOps &amp; Requirements Engineering. Elicitation, Concept of Operations, requirement derivation and traceability; verifiable requirements; specifying learned components.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2 — Systems Thinking &amp; Lifecycle Models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