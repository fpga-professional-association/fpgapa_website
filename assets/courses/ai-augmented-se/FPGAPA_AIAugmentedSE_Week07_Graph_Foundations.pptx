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49174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19202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  ·  AI-AUGMENTED SYSTEMS ENGINEERING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OF 15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Graph-Theoretic Foundations for Systems Analysis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as graphs; DSM and N-squared analysis; partitioning and clustering; critical-path and network methods; graph neural networks.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7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SESSION PLAN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 &amp; Objectives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agenda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2450592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2423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as Graphs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22960" y="3026664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325880" y="29992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Algorithms That Run Engineering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22960" y="3602736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25880" y="35753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Neural Networks on Engineering Graphs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22960" y="4178808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25880" y="415137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Graph Is the Modeling Act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4754880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325880" y="47274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activity &amp; discussion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22960" y="5330952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" y="5330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325880" y="5303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&amp; next week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245352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519672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session, you can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565392" y="242316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system as a graph and construct a Design-Structure Matrix and N-squared diagram.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graph algorithms — clustering/partitioning for modularization, critical path as longest path on a DAG, min-cut, shortest path.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graph neural networks add as a learned layer over engineering graphs.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 why choosing the graph representation is itself a human modeling act.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7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CONCEPT 1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Systems as Graphs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are nodes; dependencies, interfaces, and flows are edges — the DSM is this graph written as a matrix.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N-squared diagrams read the same structure for interfaces; project networks read it for time; fault trees read it for failure logic.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abstraction, many lenses: mastering the graph view lets methods transfer across every engineering discipline.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7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CONCEPT 2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Algorithms That Run Engineering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 = longest path on a directed acyclic graph — the schedule's spine, computable in linear time by topological order.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and min-cut partitioning turn a tangled DSM into modules with thin interfaces — modularization made algorithmic.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Shortest-path, max-flow, and matching quietly power routing, logistics, capacity, and assignment decisions everywhere.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7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CONCEPT 3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Neural Networks on Engineering Graphs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passing lets each node summarize its neighborhood — learning over structure instead of flattened feature lists.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predicting failure propagation in networks, stress hot-spots in structures, delays in project graphs, demand in supply chains.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are structural too: long dependency chains, huge graphs, and transfer across differing systems remain hard.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7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CONCEPT 4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the Graph Is the Modeling Act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node? What earns an edge? Which attributes matter? Those choices decide whether any algorithm — learned or classical — can help.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GNN can learn over the graph you built; it cannot decide that a graph was the right abstraction or invent a better one.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Week 4's lesson in mathematical dress: representation is allocation, and it stays with the human.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7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THE AI LENS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AI Enters This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Tool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58952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Auto-extracting dependency graphs from documents and models; GNN surrogates that score schedules and layouts instantly.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Component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78096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whose runtime brains are graph models — routing engines, network controllers, recommendation of maintenance actions.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Residual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97240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nodes, edges, and features; validating that the learned predictor's graph matches the system that actually exists.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806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every week: which mode is this — and what human role does it leave behind?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7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APPLICATIONS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the Disciplines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58568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Civil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554480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CPM: the critical path is literally the longest path in the activity DAG.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77356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33388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225856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28916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7328916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layout: partitioning the process graph minimizes cross-traffic — min-cut at factory scale.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58952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498848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54480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554480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Subsystem DSM clustering reveals the integration order the org chart was hiding.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277356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533388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8836" y="4498848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328916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</a:t>
            </a:r>
            <a:endParaRPr lang="en-US" sz="1450" dirty="0"/>
          </a:p>
        </p:txBody>
      </p:sp>
      <p:sp>
        <p:nvSpPr>
          <p:cNvPr id="26" name="Text 19"/>
          <p:cNvSpPr/>
          <p:nvPr/>
        </p:nvSpPr>
        <p:spPr>
          <a:xfrm>
            <a:off x="7328916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Service-dependency GNNs predict which failure cascades page you at 3 a.m.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7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STUDIO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In-Class Activity &amp; Discussion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5577840" cy="4114800"/>
          </a:xfrm>
          <a:prstGeom prst="roundRect">
            <a:avLst>
              <a:gd name="adj" fmla="val 2000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39112"/>
            <a:ext cx="603504" cy="603504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" y="2189988"/>
            <a:ext cx="301752" cy="30175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11226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activity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22960" y="2834640"/>
            <a:ext cx="49377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lab: build a 6–8 node DSM for a familiar product or your project, cluster it into modules, then extract the development-task network and compute its critical path by hand.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355080" y="1783080"/>
            <a:ext cx="5330952" cy="411480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629400" y="2039112"/>
            <a:ext cx="603504" cy="603504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276" y="2189988"/>
            <a:ext cx="301752" cy="3017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60920" y="211226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Seminar discussion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675120" y="288036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2"/>
          <p:cNvSpPr/>
          <p:nvPr/>
        </p:nvSpPr>
        <p:spPr>
          <a:xfrm>
            <a:off x="667512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7251192" y="283464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graph does your discipline draw without calling it one — and what algorithm is it secretly running?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675120" y="429768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0" name="Text 15"/>
          <p:cNvSpPr/>
          <p:nvPr/>
        </p:nvSpPr>
        <p:spPr>
          <a:xfrm>
            <a:off x="667512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7251192" y="425196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GNN predicted your project's schedule risk, what would convince you to believe it?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7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WRAP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Next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162556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230428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1956816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063240" y="1956816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Eppinger &amp; Browning, Design Structure Matrix Methods (selected); instructor notes on graph methods for systems analysis.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" y="3319272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77240" y="3653028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794760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447288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063240" y="3447288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distributed (covers Modules 1–7).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809744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77240" y="5143500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5285232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08760" y="4937760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3063240" y="4937760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— Verification &amp; Validation of Systems with Learned Components. V&amp;V planning; test design, coverage, and traceability; statistical testing of learned components; independence and assurance cases.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7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Systems Engineering — Week 7 — Graph-Theoretic Foundations for Systems Analysis</dc:title>
  <dc:subject>PptxGenJS Presentation</dc:subject>
  <dc:creator>FPGA Professional Association</dc:creator>
  <cp:lastModifiedBy>FPGA Professional Association</cp:lastModifiedBy>
  <cp:revision>1</cp:revision>
  <dcterms:created xsi:type="dcterms:W3CDTF">2026-07-04T02:47:30Z</dcterms:created>
  <dcterms:modified xsi:type="dcterms:W3CDTF">2026-07-04T02:47:30Z</dcterms:modified>
</cp:coreProperties>
</file>