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Integration &amp; Test; Agentic Futures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strategy and interface management; agentic AI workflows and their systems-engineering implications; the limits that persist.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Strategy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Readiness &amp; Regression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That Persist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 integration and test strategy and manage interfaces through the climb up the Vee.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integration order from the dependency graph, with test readiness and regression discipline.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agentic (multi-step, tool-using) AI workflows and their implications for engineering programs.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structural limits agentic systems do not escape, and connect each to Week 4's allocation frameworks.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Strategy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Big-bang integration discovers all interface errors at once, at the worst time; incremental integration retires them in order.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graph (Week 7) dictates rational order: integrate along the edges, testing each rung of the Vee as you climb.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control is the discipline that makes it work: owned documents, change control, and no silent edits.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Readiness &amp; Regression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readiness reviews ask the unglamorous questions: environment ready, procedures approved, exit criteria agreed.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is integration's memory — every fix re-runs what it might have broken, mechanically, without heroics.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earn trust by fidelity statements: what this rig faithfully represents, and what it deliberately does not.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Workflows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plans, acts through tools, checks results, and iterates — engineering tasks delegated as loops, not prompts.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programs: agents that run analyses overnight, draft integration procedures, triage test failures for morning review.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 view: an agent is an automated worker with an interface, an envelope, and a supervisor — allocate accordingly.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 That Persist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optimize within a specification; authorship of the specification — deciding what should exist — stays human.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outside the artifact (stakeholders, budgets, consequences) and the accountable signature do not delegate.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human work moves up in altitude — from performing tasks to framing, supervising, and answering for them.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draft procedures, run regression triage, and keep interface documents consistent while the team sleeps.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fielded agentic capability is a supervised subsystem: envelope, monitors, and a human in the escalation path.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authority: declaring readiness, judging fidelity, and accepting the system at each rung.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Hardware-in-the-loop: the integration lab where models, code, and iron finally argue it out.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the new function rides along silently, integrated but not yet trusted.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line integration: cell by cell, with regression on takt time after every change.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with agentic review gates: machines propose and check; a human owns the merge.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planning: from your project's dependency graph, propose an integration order, name the two riskiest interfaces, and define the readiness criteria for your first integrated test.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let an agent do unsupervised on your project today — and what changed your answer during this course?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integration authority live in your field, and is it where the knowledge lives?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Kossiakoff (integration &amp; test); INCOSE Hdbk (integration); course readings on agentic workflows.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PS-5 released. Project D5 draft due.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— Capstone Presentations &amp; Course Synthesis. Team capstone presentations; the complementarity framework as the course's closing lens; the professional stance going forward.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14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14 — Systems Integration &amp; Test; Agentic Futures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