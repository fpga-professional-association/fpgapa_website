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663440"/>
            <a:ext cx="3108960" cy="31089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1554480" cy="155448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4917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97480" y="19202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  ·  AI-AUGMENTED SYSTEMS ENGINEERING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697480" y="2240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OF 15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651760" y="2578608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Presentations &amp; Course Synthesis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697480" y="3977640"/>
            <a:ext cx="4754880" cy="0"/>
          </a:xfrm>
          <a:prstGeom prst="line">
            <a:avLst/>
          </a:prstGeom>
          <a:noFill/>
          <a:ln w="15875">
            <a:solidFill>
              <a:srgbClr val="3E5C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7480" y="41148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capstone presentations; the complementarity framework as the course's closing lens; the professional stance going forward.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SESSION PLAN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&amp; Objectives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Strong Capstone Shows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026664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999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Complementarity Framework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3602736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Under Questioning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178808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41513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Stance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4727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activity &amp; discussion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5330952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2588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next week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45352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19672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you can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565392" y="242316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complete systems-engineering treatment of an AI-augmented system from your discipline.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function-allocation, V&amp;V, risk, management, and certification decisions under questioning.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the semester into the complementarity framework: accelerator, explorer, pattern-recognizer.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a personal, defensible position on human authority in AI-augmented engineering.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CONCEPT 1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Strong Capstone Shows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coherent thread: needs → requirements → architecture → trades → V&amp;V → risk → management → the signature — one story, not eight chapters.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with rationale: every major choice paired with the alternative you rejected and the reason that survives questioning.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about limits: the stated ODD, the residual risks, and the human roles your design depends on.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CONCEPT 2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Complementarity Framework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Accelerator, explorer, pattern-recognizer — three modes of AI contribution, each with a distinct residual human role.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by mode; verify by evidence; manage by measurement; certify by accountability — the semester in one sentence.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portable: it applied to every discipline in this room because it is about systems, not any one technology.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15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CONCEPT 3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Defending Under Questioning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review is adversarial by design: the board attacks inferences so the field doesn't have to.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 asked; know which decisions are yours to defend and which you would escalate.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considered X and rejected it because Y” is the strongest sentence in engineering — use it.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CONCEPT 4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Professional Stance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AI everywhere it earns its keep; own everything it produces — capability delegated, accountability retained.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 judgment: yours, and deliberately, the next cohort's.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engineer's job was never typing; it was answering for what gets built. That job is growing, not shrinking.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15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THE AI LENS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Enters This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30552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272284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Tool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8952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report where AI genuinely accelerated their work this semester — and where it wasted a weekend.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2064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8096" y="2130552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2272284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8096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Component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8096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capstone's learned component stands or falls on its envelope, evidence, and fallback story.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41208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97240" y="2130552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972" y="227228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97240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Residual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97240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defense itself: a person, standing behind a design, answering questions. That is the whole point.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every week: which mode is this — and what human role does it leave behind?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15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APPLICATIONS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Disciplines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585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554480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capstone: the drone team whose abort-mode design traces to a stakeholder scenario from Week 3.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77356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3388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22585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28916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Biomedical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328916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capstone: the device team that can produce its design-history file on request.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8952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9884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554480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capstone: the infrastructure team whose risk register drove a real architecture change.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77356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33388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449884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28916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328916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capstone: the line team whose EVM scenario justified descoping — with the math shown.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15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STUDIO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Activity &amp; Discussion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39112"/>
            <a:ext cx="603504" cy="603504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189988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1122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activity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283464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presentations: twenty minutes per team plus ten of board questioning. Peers score the defense using the course rubric; instructor synthesis closes the semester.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55080" y="1783080"/>
            <a:ext cx="5330952" cy="411480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2039112"/>
            <a:ext cx="603504" cy="603504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2189988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2112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Seminar discussion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675120" y="288036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2"/>
          <p:cNvSpPr/>
          <p:nvPr/>
        </p:nvSpPr>
        <p:spPr>
          <a:xfrm>
            <a:off x="667512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251192" y="28346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single decision from your project would you defend differently now than in Week 4?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429768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0" name="Text 15"/>
          <p:cNvSpPr/>
          <p:nvPr/>
        </p:nvSpPr>
        <p:spPr>
          <a:xfrm>
            <a:off x="667512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51192" y="425196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personal answer, in one sentence, to the course's central question?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15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WRAP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162556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30428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56816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063240" y="1956816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final reports (peer review); course synthesis notes.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319272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CEEF1"/>
          </a:solidFill>
          <a:ln w="12700">
            <a:solidFill>
              <a:srgbClr val="CC003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653028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79476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447288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063240" y="3447288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D5 due: final report + presentation. PS-5 due. Final exam during finals week.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809744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5143500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28523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937760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063240" y="4937760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examination during the University finals period. Bring your one-sentence answer to the course's central question.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15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Systems Engineering — Week 15 — Capstone Presentations &amp; Course Synthesis</dc:title>
  <dc:subject>PptxGenJS Presentation</dc:subject>
  <dc:creator>FPGA Professional Association</dc:creator>
  <cp:lastModifiedBy>FPGA Professional Association</cp:lastModifiedBy>
  <cp:revision>1</cp:revision>
  <dcterms:created xsi:type="dcterms:W3CDTF">2026-07-04T02:47:30Z</dcterms:created>
  <dcterms:modified xsi:type="dcterms:W3CDTF">2026-07-04T02:47:30Z</dcterms:modified>
</cp:coreProperties>
</file>